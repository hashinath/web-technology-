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6" r:id="rId22"/>
    <p:sldId id="275" r:id="rId23"/>
    <p:sldId id="277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842B3-088D-4C14-908E-8DB6F72EABA3}" v="55" dt="2025-10-10T02:41:37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FD891-9985-4569-A1D5-D1FD75C77F09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22A3D-846E-41CD-AF9D-3B7F6EB57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6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22A3D-846E-41CD-AF9D-3B7F6EB57703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513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DD0F-48EF-EDF5-2D80-2B4B96710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281C9-554D-B5F7-CBA6-1C8A84998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D8E73-2E91-E0D0-2C96-1575EDD7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8E586-C398-A620-02CE-CAF01FF8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D7622-08AB-4E49-3E1E-4315E5D93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10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3B39-5A6D-70EA-2358-3F1A070E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FA692-3E78-8613-4BB5-97E9072EE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A107F-F26A-A28D-DCCF-D0D148951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7E429-0DCB-FCED-61D3-417E80F0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95FB-8D74-C960-2C53-C16E56E0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8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D3E7-DDC8-8749-5B24-70272F265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C513A-1B13-DADD-A917-8B23D0099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6BB15-DE2E-2A11-2901-3B4CCB08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2C904-6876-AC8F-9880-53853E35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9FB38-F0FA-BD95-978D-D922A1CA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46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1CF2-4305-C82C-C67F-4085863B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C2A61-0C1C-AAB2-D5C3-C8FEE0567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BC2A3-B869-D780-2851-34813D009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662C2-7FDF-2721-E709-B6A1D8FC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0F5D0-B727-D9BF-058A-D2CD70EE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E2045-A8AE-877E-6367-30C8E282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2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6CF3-C4CF-18FB-FE47-E94D7C08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E224-8229-EC31-1136-7CB8C0A81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357FC-6AEF-63AD-C6A9-368471F3B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5DEB6-998F-1BD7-C6B2-3BE025E4E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4D103-D4D8-2BFE-BA09-8865B18EC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D7389-C9D7-B855-03B8-2EBB5CE88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20B49-5146-863F-5FD7-DC0B1B75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60EB2C-E16F-7284-EEA2-87A747249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375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1651-4E0B-9142-FC62-D1A9C08E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7C339-4E6D-7E26-0E67-4715585A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4E28E-924B-17C9-0057-737C3F284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E321D-CC36-29A5-CE95-46429ADE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232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513F3-9AC7-9ECE-FDEB-29D54FE3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E3323-FFE1-66AC-7594-1581FCD8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2A33B-CCFB-7DE9-3F43-E6C954CA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78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728E-0097-70F7-B67A-8C845D425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1741-37E0-82CC-117F-F5FE05EC1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1C278-A635-7C07-5127-9B5988DAF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BAF8A-D3A5-BDBF-F405-B5D66115B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E75E8-F2C1-7EE3-851D-0A19571D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7E753-4F75-01C8-1C3F-35485B1C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36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5EA3-1B71-60DA-0E55-741B93B5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192CA-1FC8-87A3-7448-7FDC2F114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F5A4E-9488-1E7F-84E5-774F480BD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1B77E-8A3C-48EE-F919-97AE6E1EB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4EBF9-03BE-1838-976B-4C8C123DB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1FCF0-2BAF-0BC1-F981-F1DFEB30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10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CAC6-CF26-9583-7E9B-96222121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74782-0799-FE7D-FA4D-5ACCFA081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EF5AB-D768-8627-ED86-D735549C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03C6C-78A9-35D4-4773-D6C05BF5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69613-C0D5-BBFD-EC86-F029A868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38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86359-1007-6D92-23FB-B00EF2653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E57B5-CC6A-E431-24E1-3111F121C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FB175-A220-F84F-B471-80763658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84C2D-54E2-0EB9-293A-0FB480FA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B027A-3CA1-13CA-CF03-E020D9D8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29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229A2-FA09-2235-3448-7CD3DB1F1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D406-3AC1-AE7F-E7B6-B312DFC8A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7BA46-8269-CF20-C9D9-4821EC879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35414-1F48-4F05-A481-59F0C06AB23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C6848-7E71-1CDA-C9CE-49E795373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8A0F0-DF44-CC36-64AA-7FB825A42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03E0-65F1-4053-A8C3-D121C695A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78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B917-A19C-D505-466F-6B33E2829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467" y="1600200"/>
            <a:ext cx="9144000" cy="2387600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Online Notes Sharing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299F3-0C15-24A5-867B-F46C2462A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2E3BAD-4C39-8A35-9B22-92CA8F83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1" y="78621"/>
            <a:ext cx="10593278" cy="1619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4F6804-04CE-BAD8-6F09-97EDC4D742D4}"/>
              </a:ext>
            </a:extLst>
          </p:cNvPr>
          <p:cNvSpPr txBox="1"/>
          <p:nvPr/>
        </p:nvSpPr>
        <p:spPr>
          <a:xfrm>
            <a:off x="7169744" y="4614333"/>
            <a:ext cx="35231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 </a:t>
            </a:r>
          </a:p>
          <a:p>
            <a:pPr algn="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HASHINATH M</a:t>
            </a:r>
          </a:p>
          <a:p>
            <a:pPr algn="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SUBASH 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B792D-21A4-82AD-EAC4-F8CB1E89E92A}"/>
              </a:ext>
            </a:extLst>
          </p:cNvPr>
          <p:cNvSpPr txBox="1"/>
          <p:nvPr/>
        </p:nvSpPr>
        <p:spPr>
          <a:xfrm>
            <a:off x="999067" y="4612900"/>
            <a:ext cx="25531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Dr.Moorthy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Dr.Arul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</a:t>
            </a:r>
          </a:p>
        </p:txBody>
      </p:sp>
    </p:spTree>
    <p:extLst>
      <p:ext uri="{BB962C8B-B14F-4D97-AF65-F5344CB8AC3E}">
        <p14:creationId xmlns:p14="http://schemas.microsoft.com/office/powerpoint/2010/main" val="14049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D761-E290-ED99-4038-61C96EAC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151467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14B2F-F1D2-333C-55F5-428A4BF5A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2506662"/>
            <a:ext cx="11091333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upload, categorize, and manage notes in various formats (PDF, DOC, PPT, etc.).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browse, search, filter by subject or tags and download notes easily.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 authentication (login/register) to manage permissions and protect content integrity.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a clean, responsive, and user-friendly interface with features like progress bars, previews, and image thumbnails.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security and data-integrity, ensuring files are stored safely, downloads are authorized, and the system is scalable.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19A80-AAEC-579D-2401-C0353ED4A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9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3A04-5162-9C15-D1F0-26680FFB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67" y="1304396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6E1EB-5526-CB57-B8DD-DB246199F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629959"/>
            <a:ext cx="112014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platform for users to upload, share, and manage academic notes in multiple file formats.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browsing, searching, and filtering by subject, tags, and keywords for easy discovery.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secure user authentication to control uploads and protect content integrity.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animated, responsive UI elements and file download features for better user experience.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facilitate collaborative learning by making study resources accessible and reducing duplication.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DF9C8-957C-F72C-88F1-B534D6494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761A-2E38-EB4F-5244-8F49D587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8A6FD7-0D47-176E-BCBF-71A87CE95B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814841"/>
              </p:ext>
            </p:extLst>
          </p:nvPr>
        </p:nvGraphicFramePr>
        <p:xfrm>
          <a:off x="1308099" y="1532469"/>
          <a:ext cx="9575802" cy="4960406"/>
        </p:xfrm>
        <a:graphic>
          <a:graphicData uri="http://schemas.openxmlformats.org/drawingml/2006/table">
            <a:tbl>
              <a:tblPr/>
              <a:tblGrid>
                <a:gridCol w="1338678">
                  <a:extLst>
                    <a:ext uri="{9D8B030D-6E8A-4147-A177-3AD203B41FA5}">
                      <a16:colId xmlns:a16="http://schemas.microsoft.com/office/drawing/2014/main" val="2559466517"/>
                    </a:ext>
                  </a:extLst>
                </a:gridCol>
                <a:gridCol w="2059281">
                  <a:extLst>
                    <a:ext uri="{9D8B030D-6E8A-4147-A177-3AD203B41FA5}">
                      <a16:colId xmlns:a16="http://schemas.microsoft.com/office/drawing/2014/main" val="3653985093"/>
                    </a:ext>
                  </a:extLst>
                </a:gridCol>
                <a:gridCol w="2059281">
                  <a:extLst>
                    <a:ext uri="{9D8B030D-6E8A-4147-A177-3AD203B41FA5}">
                      <a16:colId xmlns:a16="http://schemas.microsoft.com/office/drawing/2014/main" val="3306403075"/>
                    </a:ext>
                  </a:extLst>
                </a:gridCol>
                <a:gridCol w="2059281">
                  <a:extLst>
                    <a:ext uri="{9D8B030D-6E8A-4147-A177-3AD203B41FA5}">
                      <a16:colId xmlns:a16="http://schemas.microsoft.com/office/drawing/2014/main" val="2658522977"/>
                    </a:ext>
                  </a:extLst>
                </a:gridCol>
                <a:gridCol w="2059281">
                  <a:extLst>
                    <a:ext uri="{9D8B030D-6E8A-4147-A177-3AD203B41FA5}">
                      <a16:colId xmlns:a16="http://schemas.microsoft.com/office/drawing/2014/main" val="134519499"/>
                    </a:ext>
                  </a:extLst>
                </a:gridCol>
              </a:tblGrid>
              <a:tr h="470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Author / Year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Title / Study</a:t>
                      </a:r>
                      <a:endParaRPr lang="en-IN" sz="12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Objective</a:t>
                      </a:r>
                      <a:endParaRPr lang="en-IN" sz="12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Methodology / Technology Used</a:t>
                      </a:r>
                      <a:endParaRPr lang="en-IN" sz="12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Findings / Conclusion</a:t>
                      </a:r>
                      <a:endParaRPr lang="en-IN" sz="12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271628"/>
                  </a:ext>
                </a:extLst>
              </a:tr>
              <a:tr h="758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Smith, 2020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Online Educational Resources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To study the impact of online resources on learning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Survey and online platform analysis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Online notes improve student performance and accessibility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28068"/>
                  </a:ext>
                </a:extLst>
              </a:tr>
              <a:tr h="933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Lee &amp; Kim, 2019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Digital Note Sharing Systems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To analyze digital note-sharing platforms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Case study of existing platforms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Sharing notes online enhances collaboration and reduces resource gaps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63687"/>
                  </a:ext>
                </a:extLst>
              </a:tr>
              <a:tr h="933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Patel, 2021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Cloud-based Learning Tools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To explore cloud solutions for education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Implementation of cloud storage and web apps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Cloud-based platforms allow easy upload, download, and access from anywhere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175968"/>
                  </a:ext>
                </a:extLst>
              </a:tr>
              <a:tr h="758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Johnson, 2018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Student Collaboration Tools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To improve academic collaboration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Design and testing of a prototype system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Online sharing platforms increase engagement and learning efficiency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160182"/>
                  </a:ext>
                </a:extLst>
              </a:tr>
              <a:tr h="110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Gupta &amp; Rao, 2022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E-Learning Note Management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To study features of note management systems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Comparative analysis of software tools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Effective categorization, search, and download features are crucial for usability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007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99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3EEF-CB10-296E-5F3A-60D9303E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146499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2EB5E-E9A6-020E-F48B-C119A4D18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2867025"/>
            <a:ext cx="11870267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lack a centralized platform to upload and retrieve academic notes, resulting in scattered resources.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notes via informal channels (WhatsApp, email) are hard to organize or search by subject and tags.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authentication, uploaded content may be misused, lost, or accessed by unauthorized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download mechanisms and metadata (no titles, tags, or download links) make accessing the right notes slow and inefficient.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06D6B-597B-A8C0-58E0-889F40CE0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5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5314-E3A5-6A3A-C5B1-AB5D14B23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4" y="163512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19DC1-F70A-89F0-BBD6-C733E5527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3087158"/>
            <a:ext cx="11049000" cy="3703108"/>
          </a:xfrm>
        </p:spPr>
        <p:txBody>
          <a:bodyPr/>
          <a:lstStyle/>
          <a:p>
            <a:r>
              <a:rPr lang="en-US" dirty="0"/>
              <a:t>Many existing platforms allow basic note storage and sharing but lack advanced filtering or tagging by subject/tags.</a:t>
            </a:r>
          </a:p>
          <a:p>
            <a:r>
              <a:rPr lang="en-US" dirty="0"/>
              <a:t>Often there is limited or no download support for uploaded notes, or irregular control over who can download.</a:t>
            </a:r>
          </a:p>
          <a:p>
            <a:r>
              <a:rPr lang="en-US" dirty="0"/>
              <a:t>Security, privacy, and access control can be weak; for example, insufficient authentication or unauthorized access risks.</a:t>
            </a:r>
          </a:p>
          <a:p>
            <a:r>
              <a:rPr lang="en-US" dirty="0"/>
              <a:t>Interfaces may be less user-friendly, especially for searching, browsing, or organizing many notes; poor UX and inconsistent device compatibility.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6F340-F632-878C-44DF-375C0BAA7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5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EE1D-10C3-B956-5EC3-AC2EB366D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2062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F5235-E105-460E-55DA-2FFF7E2AE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2587625"/>
            <a:ext cx="109982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Allow users to register, login and manage their profiles securely, enabling role-based access (e.g. student, teacher, admin).</a:t>
            </a:r>
          </a:p>
          <a:p>
            <a:r>
              <a:rPr lang="en-US" dirty="0"/>
              <a:t>Provide a robust note upload mechanism (support for PDF, DOCX, etc.) with metadata (title, subject, tags) and file preview.</a:t>
            </a:r>
          </a:p>
          <a:p>
            <a:r>
              <a:rPr lang="en-US" dirty="0"/>
              <a:t>Enable browsing, searching and filtering of notes by subject, tags, keywords, and display thumbnails or images for better UI.</a:t>
            </a:r>
          </a:p>
          <a:p>
            <a:r>
              <a:rPr lang="en-US" dirty="0"/>
              <a:t>Implement reliable download functionality — each note card has a download link or button; files served with correct HTTP headers to force download.</a:t>
            </a:r>
          </a:p>
          <a:p>
            <a:r>
              <a:rPr lang="en-US" dirty="0"/>
              <a:t>Include UX improvements: responsive design, animations for uploading/downloading, progress indicators, and a clean, intuitive interface.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9A5C9-332E-D4BC-3F7C-E9B38A32A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6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77F0-3661-A1FC-7C0E-326B1375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106785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A9374-A593-7D72-87DE-866E13F49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2506662"/>
            <a:ext cx="65024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1. Software Requirements (Points)</a:t>
            </a:r>
          </a:p>
          <a:p>
            <a:r>
              <a:rPr lang="en-IN" dirty="0"/>
              <a:t>Frontend: HTML5, CSS3, JavaScript</a:t>
            </a:r>
          </a:p>
          <a:p>
            <a:r>
              <a:rPr lang="en-IN" dirty="0"/>
              <a:t>Frontend framework: React.js / Angular / Vue.js</a:t>
            </a:r>
          </a:p>
          <a:p>
            <a:r>
              <a:rPr lang="en-IN" dirty="0"/>
              <a:t>Responsive design: Bootstrap or Tailwind CSS</a:t>
            </a:r>
          </a:p>
          <a:p>
            <a:r>
              <a:rPr lang="en-IN" dirty="0"/>
              <a:t>Backend: Python (Django/Flask) or Node.js (Express)</a:t>
            </a:r>
          </a:p>
          <a:p>
            <a:r>
              <a:rPr lang="en-IN" dirty="0"/>
              <a:t>Web server: Apache or Nginx</a:t>
            </a:r>
          </a:p>
          <a:p>
            <a:r>
              <a:rPr lang="en-IN" dirty="0"/>
              <a:t>Database: MySQL / PostgreSQL (optional: MongoDB)</a:t>
            </a:r>
          </a:p>
          <a:p>
            <a:r>
              <a:rPr lang="en-IN" dirty="0"/>
              <a:t>Version control: Git</a:t>
            </a:r>
          </a:p>
          <a:p>
            <a:r>
              <a:rPr lang="en-IN" dirty="0"/>
              <a:t>IDE: VS Code, PyCharm, or similar</a:t>
            </a:r>
          </a:p>
          <a:p>
            <a:r>
              <a:rPr lang="en-IN" dirty="0"/>
              <a:t>Secure communication: SSL/TLS</a:t>
            </a:r>
          </a:p>
          <a:p>
            <a:r>
              <a:rPr lang="en-IN" dirty="0"/>
              <a:t>Authentication: JWT / OAuth</a:t>
            </a:r>
          </a:p>
          <a:p>
            <a:r>
              <a:rPr lang="en-IN" dirty="0"/>
              <a:t>Browser support: Latest Chrome, Firefox, Edge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0E5FE9-0AA7-D8C5-420C-02FC1F14797C}"/>
              </a:ext>
            </a:extLst>
          </p:cNvPr>
          <p:cNvSpPr txBox="1"/>
          <p:nvPr/>
        </p:nvSpPr>
        <p:spPr>
          <a:xfrm>
            <a:off x="6756400" y="1586443"/>
            <a:ext cx="54356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2. Hardware Requirements (Points)</a:t>
            </a:r>
          </a:p>
          <a:p>
            <a:r>
              <a:rPr lang="en-IN" sz="2000" b="1" dirty="0"/>
              <a:t>Server-Side:</a:t>
            </a:r>
            <a:endParaRPr lang="en-IN" sz="2000" dirty="0"/>
          </a:p>
          <a:p>
            <a:r>
              <a:rPr lang="en-IN" sz="2000" dirty="0"/>
              <a:t>Processor: Intel i5/i7 or AMD </a:t>
            </a:r>
            <a:r>
              <a:rPr lang="en-IN" sz="2000" dirty="0" err="1"/>
              <a:t>Ryzen</a:t>
            </a:r>
            <a:r>
              <a:rPr lang="en-IN" sz="2000" dirty="0"/>
              <a:t> 5/7</a:t>
            </a:r>
          </a:p>
          <a:p>
            <a:r>
              <a:rPr lang="en-IN" sz="2000" dirty="0"/>
              <a:t>RAM: Minimum 8 GB (16 GB recommended)</a:t>
            </a:r>
          </a:p>
          <a:p>
            <a:r>
              <a:rPr lang="en-IN" sz="2000" dirty="0"/>
              <a:t>Storage: Minimum 500 GB HDD/SSD (SSD preferred)</a:t>
            </a:r>
          </a:p>
          <a:p>
            <a:r>
              <a:rPr lang="en-IN" sz="2000" dirty="0"/>
              <a:t>High-speed internet connection (100 Mbps or higher)</a:t>
            </a:r>
          </a:p>
          <a:p>
            <a:r>
              <a:rPr lang="en-IN" sz="2000" dirty="0"/>
              <a:t>Backup storage: External or cloud</a:t>
            </a:r>
          </a:p>
          <a:p>
            <a:r>
              <a:rPr lang="en-IN" sz="2000" b="1" dirty="0"/>
              <a:t>Client-Side:</a:t>
            </a:r>
            <a:br>
              <a:rPr lang="en-IN" sz="2000" dirty="0"/>
            </a:br>
            <a:r>
              <a:rPr lang="en-IN" sz="2000" dirty="0"/>
              <a:t>6. Processor: Intel i3 or equivalent</a:t>
            </a:r>
            <a:br>
              <a:rPr lang="en-IN" sz="2000" dirty="0"/>
            </a:br>
            <a:r>
              <a:rPr lang="en-IN" sz="2000" dirty="0"/>
              <a:t>7. RAM: Minimum 4 GB</a:t>
            </a:r>
            <a:br>
              <a:rPr lang="en-IN" sz="2000" dirty="0"/>
            </a:br>
            <a:r>
              <a:rPr lang="en-IN" sz="2000" dirty="0"/>
              <a:t>8. Storage: At least 100 MB free space</a:t>
            </a:r>
            <a:br>
              <a:rPr lang="en-IN" sz="2000" dirty="0"/>
            </a:br>
            <a:r>
              <a:rPr lang="en-IN" sz="2000" dirty="0"/>
              <a:t>9. Internet: Broadband connection (10 Mbps or higher)</a:t>
            </a:r>
            <a:br>
              <a:rPr lang="en-IN" sz="2000" dirty="0"/>
            </a:br>
            <a:r>
              <a:rPr lang="en-IN" sz="2000" dirty="0"/>
              <a:t>10. Device: PC, Laptop, or Mobile with modern browser</a:t>
            </a:r>
          </a:p>
          <a:p>
            <a:br>
              <a:rPr lang="en-IN" sz="2000" dirty="0"/>
            </a:b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87AE5-C073-689C-3B89-4B0D4858E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2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EFD0-640B-72C6-2709-15E836A8B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D3E8F-BACC-4D91-4E8F-F4F6C54F0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4DF38124-108D-8E1C-54A3-0BB6C2B59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7" y="778933"/>
            <a:ext cx="12147813" cy="594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559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DAB1-B8A0-D90C-FA55-7ED7F134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MODULE PLANING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F7B28-FBE1-C19A-48D5-8D08C5F80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Search &amp; Filter Module</a:t>
            </a:r>
          </a:p>
          <a:p>
            <a:r>
              <a:rPr lang="en-US" dirty="0"/>
              <a:t>Keyword-based search</a:t>
            </a:r>
          </a:p>
          <a:p>
            <a:r>
              <a:rPr lang="en-US" dirty="0"/>
              <a:t>Filter by subject, class, author, or upload date</a:t>
            </a:r>
          </a:p>
          <a:p>
            <a:r>
              <a:rPr lang="en-US" dirty="0"/>
              <a:t>Display results with previews or summaries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Download &amp; Access Module</a:t>
            </a:r>
          </a:p>
          <a:p>
            <a:r>
              <a:rPr lang="en-US" dirty="0"/>
              <a:t>Download notes securely</a:t>
            </a:r>
          </a:p>
          <a:p>
            <a:r>
              <a:rPr lang="en-US" dirty="0"/>
              <a:t>Track download counts</a:t>
            </a:r>
          </a:p>
          <a:p>
            <a:r>
              <a:rPr lang="en-US" dirty="0"/>
              <a:t>Set permissions (public or restricted access)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440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23B3-0351-7E07-79BA-C50D5FAF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73672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1-DEVELOPMENT OF SEARCH AND FILTER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3705A-968D-86DE-1D0A-DFD0B8320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7" y="3233737"/>
            <a:ext cx="10515600" cy="4351338"/>
          </a:xfrm>
        </p:spPr>
        <p:txBody>
          <a:bodyPr/>
          <a:lstStyle/>
          <a:p>
            <a:r>
              <a:rPr lang="en-US" dirty="0"/>
              <a:t>Keyword-based search for notes</a:t>
            </a:r>
          </a:p>
          <a:p>
            <a:r>
              <a:rPr lang="en-US" dirty="0"/>
              <a:t>Filter by subject, class/grade, author, and upload date</a:t>
            </a:r>
          </a:p>
          <a:p>
            <a:r>
              <a:rPr lang="en-US" dirty="0"/>
              <a:t>Display results with title, author, subject, and download option</a:t>
            </a:r>
          </a:p>
          <a:p>
            <a:r>
              <a:rPr lang="en-US" dirty="0"/>
              <a:t>Pagination or infinite scroll for large data</a:t>
            </a:r>
          </a:p>
          <a:p>
            <a:r>
              <a:rPr lang="en-US" dirty="0"/>
              <a:t>Backend API to handle search and filters</a:t>
            </a:r>
          </a:p>
          <a:p>
            <a:r>
              <a:rPr lang="en-US" dirty="0"/>
              <a:t>Frontend UI with search box and filter options</a:t>
            </a:r>
          </a:p>
          <a:p>
            <a:r>
              <a:rPr lang="en-US" dirty="0"/>
              <a:t>Database indexing for faster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E8D92-2FC2-FFD2-A6B8-A6C0B2B65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29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F82D1-25C1-E1C1-83F4-9F5536140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96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35D09-38EA-53F4-00F5-288F29507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33" y="2658532"/>
            <a:ext cx="10515600" cy="4351338"/>
          </a:xfrm>
        </p:spPr>
        <p:txBody>
          <a:bodyPr/>
          <a:lstStyle/>
          <a:p>
            <a:r>
              <a:rPr lang="en-US" dirty="0"/>
              <a:t>Requirement analysis of user needs and system specifications</a:t>
            </a:r>
          </a:p>
          <a:p>
            <a:r>
              <a:rPr lang="en-US" dirty="0"/>
              <a:t>System and database design for platform architecture</a:t>
            </a:r>
          </a:p>
          <a:p>
            <a:r>
              <a:rPr lang="en-US" dirty="0"/>
              <a:t>Development of all modules (User, Notes, Search, Download, Feedback, Admin, Notifications)</a:t>
            </a:r>
          </a:p>
          <a:p>
            <a:r>
              <a:rPr lang="en-US" dirty="0"/>
              <a:t>Integration of frontend, backend, and database</a:t>
            </a:r>
          </a:p>
          <a:p>
            <a:r>
              <a:rPr lang="en-US" dirty="0"/>
              <a:t>Testing: unit, integration, and user acceptance</a:t>
            </a:r>
          </a:p>
          <a:p>
            <a:r>
              <a:rPr lang="en-US" dirty="0"/>
              <a:t>Deployment on server with security and backup</a:t>
            </a:r>
          </a:p>
          <a:p>
            <a:r>
              <a:rPr lang="en-US" dirty="0"/>
              <a:t>Maintenance and updates based on feedback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8253A-419A-1546-9998-C7F6B7C37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14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02DD-2C98-7093-F2E8-A49CAEBF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33" y="17367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1-SYSTEM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E046-24B5-F740-6CC8-061517B22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3171825"/>
            <a:ext cx="10515600" cy="4351338"/>
          </a:xfrm>
        </p:spPr>
        <p:txBody>
          <a:bodyPr/>
          <a:lstStyle/>
          <a:p>
            <a:r>
              <a:rPr lang="en-IN" dirty="0"/>
              <a:t>Design overall platform architecture (frontend, backend, database)</a:t>
            </a:r>
          </a:p>
          <a:p>
            <a:r>
              <a:rPr lang="en-IN" dirty="0"/>
              <a:t>Define database schema for users, notes, and categories</a:t>
            </a:r>
          </a:p>
          <a:p>
            <a:r>
              <a:rPr lang="en-IN" dirty="0"/>
              <a:t>Create UI/UX layout for search, upload, and download pages</a:t>
            </a:r>
          </a:p>
          <a:p>
            <a:r>
              <a:rPr lang="en-IN" dirty="0"/>
              <a:t>Design API endpoints for data communication between frontend and backend</a:t>
            </a:r>
          </a:p>
          <a:p>
            <a:r>
              <a:rPr lang="en-IN" dirty="0"/>
              <a:t>Implement security measures (authentication, authorization, SSL)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325612-FC30-5EFA-EA96-7404A242E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8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5F72-B78E-1BA1-8633-29879675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126259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1-TESTING AND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BF144-8D1B-E269-B20E-A9AF3C8B8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67" y="2731558"/>
            <a:ext cx="10515600" cy="4351338"/>
          </a:xfrm>
        </p:spPr>
        <p:txBody>
          <a:bodyPr/>
          <a:lstStyle/>
          <a:p>
            <a:r>
              <a:rPr lang="en-US" dirty="0"/>
              <a:t>Conduct </a:t>
            </a:r>
            <a:r>
              <a:rPr lang="en-US" b="1" dirty="0"/>
              <a:t>integration testing</a:t>
            </a:r>
            <a:r>
              <a:rPr lang="en-US" dirty="0"/>
              <a:t> to ensure all modules work together seamlessly</a:t>
            </a:r>
          </a:p>
          <a:p>
            <a:r>
              <a:rPr lang="en-US" dirty="0"/>
              <a:t>Execute </a:t>
            </a:r>
            <a:r>
              <a:rPr lang="en-US" b="1" dirty="0"/>
              <a:t>system testing</a:t>
            </a:r>
            <a:r>
              <a:rPr lang="en-US" dirty="0"/>
              <a:t> to check overall functionality and performance</a:t>
            </a:r>
          </a:p>
          <a:p>
            <a:r>
              <a:rPr lang="en-US" dirty="0"/>
              <a:t>Perform </a:t>
            </a:r>
            <a:r>
              <a:rPr lang="en-US" b="1" dirty="0"/>
              <a:t>user acceptance testing (UAT)</a:t>
            </a:r>
            <a:r>
              <a:rPr lang="en-US" dirty="0"/>
              <a:t> with sample users for usability feedback</a:t>
            </a:r>
          </a:p>
          <a:p>
            <a:r>
              <a:rPr lang="en-US" dirty="0"/>
              <a:t>Identify and fix </a:t>
            </a:r>
            <a:r>
              <a:rPr lang="en-US" b="1" dirty="0"/>
              <a:t>bugs and errors</a:t>
            </a:r>
            <a:r>
              <a:rPr lang="en-US" dirty="0"/>
              <a:t> detected during testing</a:t>
            </a:r>
          </a:p>
          <a:p>
            <a:r>
              <a:rPr lang="en-US" dirty="0"/>
              <a:t>Review system for </a:t>
            </a:r>
            <a:r>
              <a:rPr lang="en-US" b="1" dirty="0"/>
              <a:t>security, reliability, and efficiency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96A21-DC85-888E-200D-E0720E6A2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60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AB5C-A112-B8D1-7C98-A092AD03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138402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&amp; Access Module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D59864-2C90-9C68-B09C-400C4D5445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012" y="3104817"/>
            <a:ext cx="1093578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Download &amp; Access Module allows users to easily access and retrieve shared notes from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options for viewing, previewing, and downloading academic materials in different formats.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module ensures secure access — only registered or authorized users can download notes.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connects with the backend database and storage to fetch and deliver files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data integrity and prevents unauthorized downloads.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80A150-EA6F-D85F-DDB1-4E34F6576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6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7011-BFE7-A93E-A584-7F76070B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1723662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2-Methgodology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B6213C-F8F6-E16B-CE56-5CAFFBC92A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956" y="3429000"/>
            <a:ext cx="1179008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logs in to the system using valid credentials.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searches and selects the desired notes for download.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sends a download request to the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server verifies the user’s authentication and access rights.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retrieves file details from the database.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0E359-5989-2756-2D1A-94FBECA8A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04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7E16-9B44-09E3-E3E4-3526FD78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1514656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2- System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BD3B0A-02B3-8F99-5365-4AEC4DD26E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691" y="2953445"/>
            <a:ext cx="1190461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interacts with the system through a web-based frontend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sends requests (upload, search, download) to the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server acts as a bridge between the user and the backend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layer processes user requests and applies access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user data, file information, and activity logs.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0F212A-AB74-45E7-2F20-DFA605C08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70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0B18-CDD1-DE98-E061-B3D08F8B4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23" y="1758496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2-testing and integration with Module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2094A6-1C98-8900-3E9E-B2097058CC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363" y="3300463"/>
            <a:ext cx="1193727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module of the system is tested individually to ensure correct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Module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tested for file format validation and successful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Module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tested for accurate and relevant search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 &amp; Access Module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tested for proper file retrieval and secure downloads.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tested for valid login, registration, and access control.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D59B38-1CCF-3F5D-CCFC-4CB3A3E11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242E-20E6-3895-AE55-3ACE2D74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192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debugging and optimization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1F2947-4FF4-9632-4270-DC3C887E07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051659"/>
            <a:ext cx="9842759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Initiate the debugging and optimization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Logs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Gather system logs and error reports from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Errors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Examine logs to identify issues, performance bottlenecks, or bugs.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Problem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Pinpoint the root cause of system malfunctions or inefficiencies.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Fix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and apply solutions to address the identified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96468F-A4A5-3CAE-05EF-BD107C1FE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0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3AFA0-AD4A-8D65-A183-21E7C813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127105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56F44-3458-5928-8E79-09427A1C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2BD1F-FFCF-1B67-3E85-C253D9158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B664DA-4484-D577-A7B8-97B9ABDE07BA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/>
              <a:t>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916D68-3A05-349E-9BAA-82A025E2A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132" y="2187754"/>
            <a:ext cx="8500533" cy="454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49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344E-EBEA-16EE-338A-D5C451576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47" y="1779059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FF2703-F227-2FB4-1267-4B61D56C6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5947" y="3283737"/>
            <a:ext cx="1118010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debugging improves issue resolution.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analysis helps identify errors and performance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timely fixes reduces system downtime.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ensures fixes are effective and stable.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maintains performance and reliability.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9B6A65-BAB7-D2BB-A403-18E302CED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75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7483-85F7-A65E-38AE-28A3DCC1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AA8A7-F1BE-5021-615C-486F3A4F2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402292"/>
            <a:ext cx="3369733" cy="1044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BF410-D060-7A8B-54FF-20B030506158}"/>
              </a:ext>
            </a:extLst>
          </p:cNvPr>
          <p:cNvSpPr txBox="1"/>
          <p:nvPr/>
        </p:nvSpPr>
        <p:spPr>
          <a:xfrm>
            <a:off x="437932" y="2446867"/>
            <a:ext cx="1171923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Pressman, R. S., &amp; Maxim, B. R. (2020). </a:t>
            </a:r>
            <a:r>
              <a:rPr lang="en-IN" i="1" dirty="0"/>
              <a:t>Software Engineering: A Practitioner’s Approach</a:t>
            </a:r>
            <a:r>
              <a:rPr lang="en-IN" dirty="0"/>
              <a:t> (9th ed.). McGraw-Hill Education.</a:t>
            </a:r>
            <a:br>
              <a:rPr lang="en-IN" dirty="0"/>
            </a:br>
            <a:r>
              <a:rPr lang="en-IN" dirty="0"/>
              <a:t>→ Used for understanding the software development life cycle and implementation methodology.</a:t>
            </a:r>
          </a:p>
          <a:p>
            <a:endParaRPr lang="en-IN" dirty="0"/>
          </a:p>
          <a:p>
            <a:r>
              <a:rPr lang="en-IN" dirty="0"/>
              <a:t>Sommerville, I. (2015). </a:t>
            </a:r>
            <a:r>
              <a:rPr lang="en-IN" i="1" dirty="0"/>
              <a:t>Software Engineering</a:t>
            </a:r>
            <a:r>
              <a:rPr lang="en-IN" dirty="0"/>
              <a:t> (10th ed.). Pearson Education.</a:t>
            </a:r>
            <a:br>
              <a:rPr lang="en-IN" dirty="0"/>
            </a:br>
            <a:r>
              <a:rPr lang="en-IN" dirty="0"/>
              <a:t>→ Provided insights into system design principles, software standards, and development frameworks.</a:t>
            </a:r>
          </a:p>
          <a:p>
            <a:endParaRPr lang="en-IN" dirty="0"/>
          </a:p>
          <a:p>
            <a:r>
              <a:rPr lang="en-IN" dirty="0"/>
              <a:t>W3Schools. (2024). </a:t>
            </a:r>
            <a:r>
              <a:rPr lang="en-IN" i="1" dirty="0"/>
              <a:t>HTML, CSS, and JavaScript Tutorials</a:t>
            </a:r>
            <a:r>
              <a:rPr lang="en-IN" dirty="0"/>
              <a:t>. Retrieved from https://www.w3schools.com</a:t>
            </a:r>
            <a:br>
              <a:rPr lang="en-IN" dirty="0"/>
            </a:br>
            <a:r>
              <a:rPr lang="en-IN" dirty="0"/>
              <a:t>→ Used for developing and styling the web interface for the note-sharing platform.</a:t>
            </a:r>
          </a:p>
          <a:p>
            <a:endParaRPr lang="en-IN" dirty="0"/>
          </a:p>
          <a:p>
            <a:r>
              <a:rPr lang="en-IN" dirty="0"/>
              <a:t>Oracle Corporation. (2023). </a:t>
            </a:r>
            <a:r>
              <a:rPr lang="en-IN" i="1" dirty="0"/>
              <a:t>Java Platform, Standard Edition Documentation</a:t>
            </a:r>
            <a:r>
              <a:rPr lang="en-IN" dirty="0"/>
              <a:t>. Retrieved from https://docs.oracle.com/javase</a:t>
            </a:r>
            <a:br>
              <a:rPr lang="en-IN" dirty="0"/>
            </a:br>
            <a:r>
              <a:rPr lang="en-IN" dirty="0"/>
              <a:t>→ Referenced for backend programming and servlet-based implementation.</a:t>
            </a:r>
          </a:p>
          <a:p>
            <a:endParaRPr lang="en-IN" dirty="0"/>
          </a:p>
          <a:p>
            <a:r>
              <a:rPr lang="en-IN" dirty="0"/>
              <a:t>MySQL Documentation. (2023). </a:t>
            </a:r>
            <a:r>
              <a:rPr lang="en-IN" i="1" dirty="0"/>
              <a:t>MySQL Reference Manual</a:t>
            </a:r>
            <a:r>
              <a:rPr lang="en-IN" dirty="0"/>
              <a:t>. Retrieved from https://dev.mysql.com/doc/</a:t>
            </a:r>
            <a:br>
              <a:rPr lang="en-IN" dirty="0"/>
            </a:br>
            <a:r>
              <a:rPr lang="en-IN" dirty="0"/>
              <a:t>→ Used for database schema design, data storage, and retrieval processes.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7E755-8104-A281-BF91-1034D2086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027" y="315688"/>
            <a:ext cx="7017675" cy="10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86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797C-33F9-7AC0-A047-BEF55002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8F9AE-1B3F-F3C4-E8F9-EF7B07DD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467" y="153775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 </a:t>
            </a:r>
          </a:p>
          <a:p>
            <a:pPr marL="0" indent="0">
              <a:buNone/>
            </a:pPr>
            <a:r>
              <a:rPr lang="en-IN" sz="1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YOU</a:t>
            </a:r>
          </a:p>
        </p:txBody>
      </p:sp>
    </p:spTree>
    <p:extLst>
      <p:ext uri="{BB962C8B-B14F-4D97-AF65-F5344CB8AC3E}">
        <p14:creationId xmlns:p14="http://schemas.microsoft.com/office/powerpoint/2010/main" val="1574771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AFAD-F2B2-4594-AFE4-4BC26B91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2DFA3-86DC-5AFF-5C04-8EAC0865B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410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1740</Words>
  <Application>Microsoft Office PowerPoint</Application>
  <PresentationFormat>Widescreen</PresentationFormat>
  <Paragraphs>187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Design and implementation of Online Notes Sharing Platform</vt:lpstr>
      <vt:lpstr>AIM AND OBJECTIVE</vt:lpstr>
      <vt:lpstr>ABSTRACT</vt:lpstr>
      <vt:lpstr>LITERATURE REVIEW</vt:lpstr>
      <vt:lpstr>PROBLEM STATEMENT</vt:lpstr>
      <vt:lpstr>EXISTING SYSTEM </vt:lpstr>
      <vt:lpstr>PROPOSED SYSTEM</vt:lpstr>
      <vt:lpstr>REQUIRED ANALYSIS</vt:lpstr>
      <vt:lpstr>SYSTEM ARCHITECTURE</vt:lpstr>
      <vt:lpstr>DESIGN AND MODULE PLANING</vt:lpstr>
      <vt:lpstr>MODULE 1-DEVELOPMENT OF SEARCH AND FILTER </vt:lpstr>
      <vt:lpstr>MODULE 1-METHODOLOGY</vt:lpstr>
      <vt:lpstr>MODULE 1-SYSTEM DESIGN </vt:lpstr>
      <vt:lpstr>MODULE 1-TESTING AND REVIEW</vt:lpstr>
      <vt:lpstr>Module 2-Download &amp; Access Module</vt:lpstr>
      <vt:lpstr>Module 2-Methgodology</vt:lpstr>
      <vt:lpstr>Module 2- System design</vt:lpstr>
      <vt:lpstr>Module 2-testing and integration with Module 1</vt:lpstr>
      <vt:lpstr>System debugging and optimization</vt:lpstr>
      <vt:lpstr>IMPLEMENTATION AND RESULTS</vt:lpstr>
      <vt:lpstr>CONCLUSION </vt:lpstr>
      <vt:lpstr> </vt:lpstr>
      <vt:lpstr>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HASHI NATH.M</dc:creator>
  <cp:lastModifiedBy>HASHI NATH.M</cp:lastModifiedBy>
  <cp:revision>2</cp:revision>
  <dcterms:created xsi:type="dcterms:W3CDTF">2025-10-04T08:17:00Z</dcterms:created>
  <dcterms:modified xsi:type="dcterms:W3CDTF">2025-10-10T02:42:50Z</dcterms:modified>
</cp:coreProperties>
</file>